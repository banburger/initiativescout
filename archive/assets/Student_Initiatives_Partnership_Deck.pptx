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Munich Student Initiatives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Europe's Deepest Tech Talent Pipeline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 Opportunity for Compute Providers &amp; Angel Investors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UnicornInitiative |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 startups need years to develop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teams lack business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costs block AI innovation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initiatives = pre-built teams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deep tech experience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at spinout unlocks value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High-Potential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 Spinoffs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1990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€5B+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4632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Company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1,100+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4944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Supported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Munich: Europe's Deep Tech Hub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430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University of Munich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initiatives tracked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driving, Space, AI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430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LMU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Maximilian University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38328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initiatives tracked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CompVis (Stable Diffusion), Biotech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0058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430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217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München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1792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initiatives tracked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Startup Radar 2025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Technology Domains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8620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88620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61188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&amp; Aerospace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88620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4652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&amp; Genertic AI</a:t>
            </a:r>
            <a:endParaRPr lang="en-US" sz="13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89120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7724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3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4389120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61188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&amp; Synbio</a:t>
            </a:r>
            <a:endParaRPr lang="en-US" sz="13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389120"/>
            <a:ext cx="228600" cy="2286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44652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1: Immediate Spinout Potential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 Autonomous Motorsport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Indy Autonomous Challenge 4x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 Boring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9496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Tunneling &amp; Infrastructure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3776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consecutive competition winner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3317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33172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CompVis (LMU)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Stable Diffusion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3317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33172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688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39496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&amp; Rocketry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93776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EU student cryo rocket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2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+ 10 More Tier 1-2 Initiatives Ready for Support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Vision (Rescue Drones) • RoboTUM (Humanoids) • Hydro2Motion (H2) • TUM.ai (AI Pipeline) • START Munich (Unicorn Alumni)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Support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high-potential initiatives need at spinout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463040"/>
            <a:ext cx="731520" cy="73152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GPU/Cloud credits for AI training &amp; simulations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Partners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2801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463040"/>
            <a:ext cx="731520" cy="73152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69748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Co-working, labs, and prototyping facilities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974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12801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94960" y="1463040"/>
            <a:ext cx="731520" cy="73152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002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84632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 intros to enterprise partners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463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Network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903720" y="12801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43800" y="1463040"/>
            <a:ext cx="731520" cy="73152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6002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99516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tickets from founder network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951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Investors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bring: Proven technology + Cohesive teams + Years of R&amp;D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add: Resources + Network + Capital to accelerate spinout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Compute Partners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Google Cloud, NVIDIA, CoreWeave, Lambda Labs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cutting-edge AI projects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visibility with top technical talent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of potential enterprise customers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 opportunities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feedback on platform capabilities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377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credits pool for initiatives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mentorship (optional)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access to new capabilities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case studies on successes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3931920"/>
            <a:ext cx="4572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5-10 initiatives, $50-100K credits/year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impact, quarterly reports, success stories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Angel Investors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Network Members, Deep Tech Angels, Family Offices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Pipeline Is Different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with 2-5 years working together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288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904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technical expertise already proven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288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prototypes and competition wins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De-risked compared to typical pre-seed investments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Munich Track Record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Celonis: €13B valuation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Lilium: IPO (eVTOL)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Isar Aerospace: €2.5B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4632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angel syndicate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€25-50K tickets per spinout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investments per year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Future Together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Schedule deep-dive meeting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 initiative database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pilot candidates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Launch partnership Q2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0" y="4572000"/>
            <a:ext cx="3657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4636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bastianburger89@gmail.com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Munich Student Initiatives - Deep Tech Startup Pipeline</dc:title>
  <dc:subject>PptxGenJS Presentation</dc:subject>
  <dc:creator>UnicornInitiative</dc:creator>
  <cp:lastModifiedBy>UnicornInitiative</cp:lastModifiedBy>
  <cp:revision>1</cp:revision>
  <dcterms:created xsi:type="dcterms:W3CDTF">2026-02-02T10:03:00Z</dcterms:created>
  <dcterms:modified xsi:type="dcterms:W3CDTF">2026-02-02T10:03:00Z</dcterms:modified>
</cp:coreProperties>
</file>